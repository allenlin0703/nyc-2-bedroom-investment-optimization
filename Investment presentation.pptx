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66" r:id="rId6"/>
    <p:sldId id="259" r:id="rId7"/>
    <p:sldId id="260" r:id="rId8"/>
    <p:sldId id="261" r:id="rId9"/>
    <p:sldId id="263" r:id="rId10"/>
    <p:sldId id="268" r:id="rId11"/>
    <p:sldId id="278" r:id="rId12"/>
    <p:sldId id="262" r:id="rId13"/>
    <p:sldId id="267" r:id="rId14"/>
    <p:sldId id="279" r:id="rId15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tags" Target="../tags/tag4.xml"/><Relationship Id="rId2" Type="http://schemas.openxmlformats.org/officeDocument/2006/relationships/image" Target="../media/image5.png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184660" y="190515"/>
            <a:ext cx="4781580" cy="4749765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09590" y="890566"/>
            <a:ext cx="3674109" cy="1673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200" b="1" kern="0" spc="-20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Arial" panose="020B0604020202090204"/>
                <a:ea typeface="Arial" panose="020B0604020202090204"/>
                <a:cs typeface="Arial" panose="020B0604020202090204"/>
              </a:rPr>
              <a:t>NYC 2-Bedroom Investment</a:t>
            </a:r>
            <a:r>
              <a:rPr sz="2200" b="1" kern="0" spc="40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200" b="1" kern="0" spc="10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Arial" panose="020B0604020202090204"/>
                <a:ea typeface="Arial" panose="020B0604020202090204"/>
                <a:cs typeface="Arial" panose="020B0604020202090204"/>
              </a:rPr>
              <a:t>Optimization</a:t>
            </a:r>
            <a:endParaRPr sz="2200" b="1" kern="0" spc="1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9000"/>
              </a:lnSpc>
            </a:pPr>
            <a:endParaRPr sz="2200" b="1" kern="0" spc="1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lang="en-US" sz="2200" b="1" kern="0" spc="10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Arial" panose="020B0604020202090204"/>
                <a:ea typeface="Arial" panose="020B0604020202090204"/>
                <a:cs typeface="Arial" panose="020B0604020202090204"/>
              </a:rPr>
              <a:t>Speaker: Zhishen Lin</a:t>
            </a:r>
            <a:endParaRPr sz="220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0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086293" y="1972310"/>
            <a:ext cx="497141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32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1:Reasons to select NYC</a:t>
            </a:r>
            <a:endParaRPr lang="en-US" altLang="zh-CN" sz="32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62660" y="350520"/>
            <a:ext cx="704215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40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Property Price In </a:t>
            </a:r>
            <a:r>
              <a:rPr lang="en-US" altLang="zh-CN" sz="40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top 6 cities</a:t>
            </a:r>
            <a:endParaRPr lang="en-US" altLang="zh-CN" sz="40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26185" y="1261745"/>
            <a:ext cx="5821045" cy="3510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787083" y="1972310"/>
            <a:ext cx="756983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32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2:General analysis in different regions</a:t>
            </a:r>
            <a:endParaRPr lang="en-US" altLang="zh-CN" sz="32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igure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873125"/>
            <a:ext cx="8572500" cy="3639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79450" y="577850"/>
            <a:ext cx="7785100" cy="398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72000" y="958215"/>
            <a:ext cx="4297680" cy="30746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6885" y="958215"/>
            <a:ext cx="3834765" cy="3253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9125" y="1491615"/>
            <a:ext cx="8104505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583565" y="1972310"/>
            <a:ext cx="797687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32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3:Payback analysis in different zipcodes</a:t>
            </a:r>
            <a:endParaRPr lang="en-US" altLang="zh-CN" sz="32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06730" y="166370"/>
            <a:ext cx="7533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Payback calculation</a:t>
            </a:r>
            <a:endParaRPr lang="en-US" altLang="zh-CN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7365" y="685165"/>
            <a:ext cx="86366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Step 1: </a:t>
            </a:r>
            <a:r>
              <a:rPr lang="en-US"/>
              <a:t>get the final revenue(one year) </a:t>
            </a:r>
            <a:endParaRPr lang="en-US"/>
          </a:p>
          <a:p>
            <a:r>
              <a:rPr lang="en-US"/>
              <a:t>final revenue </a:t>
            </a:r>
            <a:r>
              <a:rPr>
                <a:sym typeface="+mn-ea"/>
              </a:rPr>
              <a:t>=</a:t>
            </a:r>
            <a:r>
              <a:rPr lang="en-US">
                <a:sym typeface="+mn-ea"/>
              </a:rPr>
              <a:t>Basical rental fee</a:t>
            </a:r>
            <a:r>
              <a:rPr>
                <a:sym typeface="+mn-ea"/>
              </a:rPr>
              <a:t>+Extra Guests+Cleaning Fee+Security Deposit</a:t>
            </a:r>
            <a:endParaRPr>
              <a:sym typeface="+mn-ea"/>
            </a:endParaRPr>
          </a:p>
          <a:p>
            <a:endParaRPr lang="en-US"/>
          </a:p>
          <a:p>
            <a:endParaRPr lang="en-US"/>
          </a:p>
          <a:p>
            <a:r>
              <a:rPr lang="en-US"/>
              <a:t>Step 2: payback = final revenue / recent price</a:t>
            </a:r>
            <a:r>
              <a:rPr lang="zh-CN" altLang="en-US">
                <a:ea typeface="宋体" charset="0"/>
              </a:rPr>
              <a:t>（</a:t>
            </a:r>
            <a:r>
              <a:rPr lang="en-US" altLang="zh-CN">
                <a:ea typeface="宋体" charset="0"/>
              </a:rPr>
              <a:t>2017-06-01</a:t>
            </a:r>
            <a:r>
              <a:rPr lang="zh-CN" altLang="en-US">
                <a:ea typeface="宋体" charset="0"/>
              </a:rPr>
              <a:t>）</a:t>
            </a:r>
            <a:endParaRPr lang="zh-CN" altLang="en-US">
              <a:ea typeface="宋体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igure_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535305"/>
            <a:ext cx="8677910" cy="43040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373755" y="1972310"/>
            <a:ext cx="239649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32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4:</a:t>
            </a:r>
            <a:r>
              <a:rPr lang="en-US" altLang="zh-CN" sz="32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Summary</a:t>
            </a:r>
            <a:endParaRPr lang="en-US" altLang="zh-CN" sz="32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06730" y="166370"/>
            <a:ext cx="75336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Reason to select NYC</a:t>
            </a:r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  <a:p>
            <a:r>
              <a:rPr lang="en-US" altLang="zh-CN" sz="24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宋体" charset="0"/>
              </a:rPr>
              <a:t>1:High Increasing Rate</a:t>
            </a:r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  <a:p>
            <a:r>
              <a:rPr lang="en-US" altLang="zh-CN" sz="24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宋体" charset="0"/>
              </a:rPr>
              <a:t>2:Stable Trend</a:t>
            </a:r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  <a:p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  <a:p>
            <a:r>
              <a:rPr lang="en-US" altLang="zh-CN" sz="24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宋体" charset="0"/>
              </a:rPr>
              <a:t>Reason to select Kings</a:t>
            </a:r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  <a:p>
            <a:r>
              <a:rPr lang="en-US" altLang="zh-CN" sz="24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宋体" charset="0"/>
              </a:rPr>
              <a:t>1:High growth</a:t>
            </a:r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  <a:p>
            <a:r>
              <a:rPr lang="en-US" altLang="zh-CN" sz="24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宋体" charset="0"/>
              </a:rPr>
              <a:t>2:High volatility</a:t>
            </a:r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  <a:p>
            <a:r>
              <a:rPr lang="en-US" altLang="zh-CN" sz="24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宋体" charset="0"/>
              </a:rPr>
              <a:t>3:Moderate Price </a:t>
            </a:r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  <a:p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  <a:p>
            <a:r>
              <a:rPr lang="en-US" altLang="zh-CN" sz="24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宋体" charset="0"/>
              </a:rPr>
              <a:t>Final zipcodes to select</a:t>
            </a:r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  <a:p>
            <a:r>
              <a:rPr lang="en-US" altLang="zh-CN" sz="24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  <a:alpha val="100000"/>
                      </a:schemeClr>
                    </a:gs>
                  </a:gsLst>
                  <a:lin ang="2700000" scaled="0"/>
                </a:gradFill>
                <a:effectLst/>
                <a:ea typeface="宋体" charset="0"/>
              </a:rPr>
              <a:t>11231  11215 11217</a:t>
            </a:r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  <a:p>
            <a:endParaRPr lang="en-US" altLang="zh-CN" sz="24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  <a:alpha val="100000"/>
                    </a:schemeClr>
                  </a:gs>
                </a:gsLst>
                <a:lin ang="2700000" scaled="0"/>
              </a:gradFill>
              <a:effectLst/>
              <a:ea typeface="宋体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WPS 表格</Application>
  <PresentationFormat/>
  <Paragraphs>38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Arial</vt:lpstr>
      <vt:lpstr>宋体</vt:lpstr>
      <vt:lpstr>汉仪书宋二KW</vt:lpstr>
      <vt:lpstr>宋体</vt:lpstr>
      <vt:lpstr>Times New Roman</vt:lpstr>
      <vt:lpstr>微软雅黑</vt:lpstr>
      <vt:lpstr>汉仪旗黑</vt:lpstr>
      <vt:lpstr>Arial Unicode MS</vt:lpstr>
      <vt:lpstr>Calibri</vt:lpstr>
      <vt:lpstr>Helvetica Neue</vt:lpstr>
      <vt:lpstr>Apple Color Emoji</vt:lpstr>
      <vt:lpstr>Apple Symbols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Online</cp:lastModifiedBy>
  <cp:revision>6</cp:revision>
  <dcterms:created xsi:type="dcterms:W3CDTF">2025-06-02T21:06:29Z</dcterms:created>
  <dcterms:modified xsi:type="dcterms:W3CDTF">2025-06-02T21:06:29Z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2025-04-23T06:42:20Z</vt:filetime>
  </property>
  <property fmtid="{D5CDD505-2E9C-101B-9397-08002B2CF9AE}" pid="4" name="UsrData">
    <vt:lpwstr>6807aac9dbff1c001fab53a2wl</vt:lpwstr>
  </property>
  <property fmtid="{D5CDD505-2E9C-101B-9397-08002B2CF9AE}" pid="5" name="ICV">
    <vt:lpwstr>27CDD36605CF318C39AB0768B05D9249_43</vt:lpwstr>
  </property>
  <property fmtid="{D5CDD505-2E9C-101B-9397-08002B2CF9AE}" pid="6" name="KSOProductBuildVer">
    <vt:lpwstr>2052-6.7.1.8828</vt:lpwstr>
  </property>
</Properties>
</file>